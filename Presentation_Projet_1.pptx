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oolo barry\Desktop\1\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1371600"/>
            <a:ext cx="2743200" cy="274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43891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66666"/>
                </a:solidFill>
              </a:rPr>
              <a:t>Plateforme Communautaire Guinéenne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914400" y="5303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999999"/>
                </a:solidFill>
              </a:rPr>
              <a:t>Hackathon Féminin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Le Problème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• Les Guinéens de la diaspora sont dispersés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• Difficile de maintenir les liens familiaux et communautaires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• Manque de plateforme centralisée pour les services communautaires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• Perte de l'histoire et de la généalogie familiale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• Accès limité aux services de l'État et aux échanges locaux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Notre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🔗 Connecte les familles et préserve la généalogie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🏘️ Organise la communauté par résidence et région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🎯 Facilite les activités sociales (sport, art, entreprise)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🏥 Gère la santé communautaire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📋 Simplifie les services de l'État (rendez-vous, documents)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💼 Facilite les échanges commerciaux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663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🎓 Offre l'éducation et les formations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5212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🕌 Gère la foi et les dons (zakat)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Fonctionnalités Clés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1. Gestion Familiale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   • Arbre généalogique visuel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   • Gestion des membres vivants et défunts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2. Communauté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   • Groupes par résidence, région, organisation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663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   • Activités sociales et événements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5212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5760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3. Services de l'État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6309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   • Prise de rendez-vous en ligne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6858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   • Demandes de documents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7406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   • Paiement marchand intégré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Technologies Utilisées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Frontend: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  • React 18 + TypeScript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  • Vite + Tailwind CSS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  • 5 langues (fr, en, ar, man, pul)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Backend: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663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  • Node.js + Express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5212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  • PostgreSQL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5760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  • JWT Authentication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6309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6858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Fonctionnalités: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7406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  • Upload de médias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7955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  • Paiement mobile (Orange Money, MTN)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" y="8503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  • Système de badges et logos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Ce qui nous rend unique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✅ Système NumeroH unique : Identification automatique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✅ Interface multilingue : 5 langues pour la diaspora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✅ Plateforme tout-en-un : Tous les services en un seul endroit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✅ Généalogie complète : Arbre familial visuel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✅ Paiement intégré : Numéro marchand pour transactions faciles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✅ Sécurisé : Authentification JWT, gestion des rôles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Impact sur la Communauté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🌍 Rapprochement de la diaspora guinéenne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👨‍👩‍👧‍👦 Préservation de l'histoire et de la généalogie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💼 Facilitation des échanges commerciaux locaux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🏛️ Simplification des démarches administratives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🎓 Accès facilité aux formations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🏥 Meilleure gestion de la santé communautaire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663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🤝 Gestion transparente des dons et zakat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Modèle Économique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Financement: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  💵 Dons et contributions volontaires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  🕌 Zakat et dons religieux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  🤝 Partenariats avec organisations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  🏛️ Subventions (si applicable)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663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Partenaires: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5212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  • Opérateurs mobiles (Orange Money, MTN)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5760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  • Organisations guinéennes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6309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  • Institutions religieuses et éducatives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Aperçu de la Plateforme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Insérer captures d'écran: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1. Page d'accueil avec logo "1"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2. Arbre généalogique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3. Services de l'État (Rendez-vous)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4. Page des échanges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Prochaines Étapes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Court terme: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  ✅ Développement des fonctionnalités de base (TERMINÉ)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  🔄 Tests utilisateurs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  📢 Lancement beta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Moyen terme: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663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  🤝 Partenariats avec organisations guinéennes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5212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  📈 Amélioration de l'expérience utilisateur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5760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6309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Long terme: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6858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  📱 Application mobile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7406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  🌍 Expansion à d'autres pays africains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Notre Équipe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[Votre nom] - Fondateur &amp; Développeur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Vision: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Créer une plateforme qui unit et sert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la communauté guinéenne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88E5"/>
                </a:solidFill>
              </a:rPr>
              <a:t>Merci pour votre attention 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666666"/>
                </a:solidFill>
              </a:rPr>
              <a:t>Questions 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5029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999999"/>
                </a:solidFill>
              </a:rPr>
              <a:t>1 - Plateforme Communautaire Guinéenne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Plateforme Communautaire Guinéenne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Projet 1</dc:title>
  <dc:subject>PptxGenJS Presentation</dc:subject>
  <dc:creator>Projet 1</dc:creator>
  <cp:lastModifiedBy>Projet 1</cp:lastModifiedBy>
  <cp:revision>1</cp:revision>
  <dcterms:created xsi:type="dcterms:W3CDTF">2025-11-12T09:09:50Z</dcterms:created>
  <dcterms:modified xsi:type="dcterms:W3CDTF">2025-11-12T09:09:50Z</dcterms:modified>
</cp:coreProperties>
</file>