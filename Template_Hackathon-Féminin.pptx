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72" r:id="rId2"/>
    <p:sldId id="276" r:id="rId3"/>
    <p:sldId id="264" r:id="rId4"/>
    <p:sldId id="273" r:id="rId5"/>
    <p:sldId id="274" r:id="rId6"/>
    <p:sldId id="275" r:id="rId7"/>
  </p:sldIdLst>
  <p:sldSz cx="10337800" cy="5988050"/>
  <p:notesSz cx="10337800" cy="59880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743"/>
    <a:srgbClr val="02552C"/>
    <a:srgbClr val="FFA800"/>
    <a:srgbClr val="D1D3D4"/>
    <a:srgbClr val="FF7F0F"/>
    <a:srgbClr val="EC921B"/>
    <a:srgbClr val="002F87"/>
    <a:srgbClr val="0D0D0D"/>
    <a:srgbClr val="11141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22ACA-2524-4C72-91BA-0541CD55A36C}" v="1" dt="2025-11-07T11:04:10.166"/>
    <p1510:client id="{83101D07-A9DE-4618-87F7-51A2D54CF5B2}" v="6" dt="2025-11-07T10:58:55.5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658"/>
  </p:normalViewPr>
  <p:slideViewPr>
    <p:cSldViewPr>
      <p:cViewPr varScale="1">
        <p:scale>
          <a:sx n="100" d="100"/>
          <a:sy n="100" d="100"/>
        </p:scale>
        <p:origin x="37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jènè Kaba [Chargée d'Étude RD-ANSUTEN]" userId="73db5b06-0bdb-4ecb-9e86-73e0abe24945" providerId="ADAL" clId="{BD6316B5-7578-4AC4-A27B-3148AFE15336}"/>
    <pc:docChg chg="undo custSel modSld">
      <pc:chgData name="Djènè Kaba [Chargée d'Étude RD-ANSUTEN]" userId="73db5b06-0bdb-4ecb-9e86-73e0abe24945" providerId="ADAL" clId="{BD6316B5-7578-4AC4-A27B-3148AFE15336}" dt="2025-11-07T11:04:27.902" v="110" actId="1076"/>
      <pc:docMkLst>
        <pc:docMk/>
      </pc:docMkLst>
      <pc:sldChg chg="addSp delSp modSp mod">
        <pc:chgData name="Djènè Kaba [Chargée d'Étude RD-ANSUTEN]" userId="73db5b06-0bdb-4ecb-9e86-73e0abe24945" providerId="ADAL" clId="{BD6316B5-7578-4AC4-A27B-3148AFE15336}" dt="2025-11-07T11:04:27.902" v="110" actId="1076"/>
        <pc:sldMkLst>
          <pc:docMk/>
          <pc:sldMk cId="1533273367" sldId="272"/>
        </pc:sldMkLst>
        <pc:spChg chg="mod">
          <ac:chgData name="Djènè Kaba [Chargée d'Étude RD-ANSUTEN]" userId="73db5b06-0bdb-4ecb-9e86-73e0abe24945" providerId="ADAL" clId="{BD6316B5-7578-4AC4-A27B-3148AFE15336}" dt="2025-11-07T10:59:19.288" v="102" actId="1076"/>
          <ac:spMkLst>
            <pc:docMk/>
            <pc:sldMk cId="1533273367" sldId="272"/>
            <ac:spMk id="131" creationId="{62F7BBE0-B4A5-59CF-B3AF-5954038BC8EA}"/>
          </ac:spMkLst>
        </pc:spChg>
        <pc:graphicFrameChg chg="add del mod">
          <ac:chgData name="Djènè Kaba [Chargée d'Étude RD-ANSUTEN]" userId="73db5b06-0bdb-4ecb-9e86-73e0abe24945" providerId="ADAL" clId="{BD6316B5-7578-4AC4-A27B-3148AFE15336}" dt="2025-11-07T10:57:10.829" v="94" actId="478"/>
          <ac:graphicFrameMkLst>
            <pc:docMk/>
            <pc:sldMk cId="1533273367" sldId="272"/>
            <ac:graphicFrameMk id="2" creationId="{5C163530-D3CC-1BDC-997B-87EE4EF326D0}"/>
          </ac:graphicFrameMkLst>
        </pc:graphicFrameChg>
        <pc:picChg chg="add mod">
          <ac:chgData name="Djènè Kaba [Chargée d'Étude RD-ANSUTEN]" userId="73db5b06-0bdb-4ecb-9e86-73e0abe24945" providerId="ADAL" clId="{BD6316B5-7578-4AC4-A27B-3148AFE15336}" dt="2025-11-07T11:04:27.902" v="110" actId="1076"/>
          <ac:picMkLst>
            <pc:docMk/>
            <pc:sldMk cId="1533273367" sldId="272"/>
            <ac:picMk id="3" creationId="{BB1C2780-0C99-CEE3-E5F0-DAD304EFB195}"/>
          </ac:picMkLst>
        </pc:picChg>
        <pc:picChg chg="add del mod">
          <ac:chgData name="Djènè Kaba [Chargée d'Étude RD-ANSUTEN]" userId="73db5b06-0bdb-4ecb-9e86-73e0abe24945" providerId="ADAL" clId="{BD6316B5-7578-4AC4-A27B-3148AFE15336}" dt="2025-11-07T11:04:13.004" v="106" actId="478"/>
          <ac:picMkLst>
            <pc:docMk/>
            <pc:sldMk cId="1533273367" sldId="272"/>
            <ac:picMk id="4" creationId="{FE8930A9-4720-E9BE-FDD0-D519A126D371}"/>
          </ac:picMkLst>
        </pc:picChg>
        <pc:picChg chg="del">
          <ac:chgData name="Djènè Kaba [Chargée d'Étude RD-ANSUTEN]" userId="73db5b06-0bdb-4ecb-9e86-73e0abe24945" providerId="ADAL" clId="{BD6316B5-7578-4AC4-A27B-3148AFE15336}" dt="2025-11-07T10:47:05.917" v="48" actId="478"/>
          <ac:picMkLst>
            <pc:docMk/>
            <pc:sldMk cId="1533273367" sldId="272"/>
            <ac:picMk id="122" creationId="{D508F641-01AF-BCD7-1D0D-02F656738FA6}"/>
          </ac:picMkLst>
        </pc:picChg>
        <pc:picChg chg="mod">
          <ac:chgData name="Djènè Kaba [Chargée d'Étude RD-ANSUTEN]" userId="73db5b06-0bdb-4ecb-9e86-73e0abe24945" providerId="ADAL" clId="{BD6316B5-7578-4AC4-A27B-3148AFE15336}" dt="2025-11-07T10:48:08.840" v="50" actId="1076"/>
          <ac:picMkLst>
            <pc:docMk/>
            <pc:sldMk cId="1533273367" sldId="272"/>
            <ac:picMk id="126" creationId="{DEC40FFC-E9E9-B2B2-3E3D-816CEE6996F7}"/>
          </ac:picMkLst>
        </pc:picChg>
        <pc:picChg chg="mod">
          <ac:chgData name="Djènè Kaba [Chargée d'Étude RD-ANSUTEN]" userId="73db5b06-0bdb-4ecb-9e86-73e0abe24945" providerId="ADAL" clId="{BD6316B5-7578-4AC4-A27B-3148AFE15336}" dt="2025-11-07T10:48:08.840" v="50" actId="1076"/>
          <ac:picMkLst>
            <pc:docMk/>
            <pc:sldMk cId="1533273367" sldId="272"/>
            <ac:picMk id="128" creationId="{641275A4-15D2-E744-C3AB-C0E33DB0B6F8}"/>
          </ac:picMkLst>
        </pc:picChg>
      </pc:sldChg>
      <pc:sldChg chg="modSp mod">
        <pc:chgData name="Djènè Kaba [Chargée d'Étude RD-ANSUTEN]" userId="73db5b06-0bdb-4ecb-9e86-73e0abe24945" providerId="ADAL" clId="{BD6316B5-7578-4AC4-A27B-3148AFE15336}" dt="2025-11-07T10:42:52.690" v="2" actId="1076"/>
        <pc:sldMkLst>
          <pc:docMk/>
          <pc:sldMk cId="3044622143" sldId="275"/>
        </pc:sldMkLst>
        <pc:spChg chg="mod">
          <ac:chgData name="Djènè Kaba [Chargée d'Étude RD-ANSUTEN]" userId="73db5b06-0bdb-4ecb-9e86-73e0abe24945" providerId="ADAL" clId="{BD6316B5-7578-4AC4-A27B-3148AFE15336}" dt="2025-11-07T10:42:52.690" v="2" actId="1076"/>
          <ac:spMkLst>
            <pc:docMk/>
            <pc:sldMk cId="3044622143" sldId="275"/>
            <ac:spMk id="11" creationId="{A7EEA225-3756-884A-FC0A-0E9E25036AF6}"/>
          </ac:spMkLst>
        </pc:spChg>
      </pc:sldChg>
      <pc:sldChg chg="modSp mod">
        <pc:chgData name="Djènè Kaba [Chargée d'Étude RD-ANSUTEN]" userId="73db5b06-0bdb-4ecb-9e86-73e0abe24945" providerId="ADAL" clId="{BD6316B5-7578-4AC4-A27B-3148AFE15336}" dt="2025-11-07T10:44:53.174" v="47" actId="1037"/>
        <pc:sldMkLst>
          <pc:docMk/>
          <pc:sldMk cId="183396431" sldId="276"/>
        </pc:sldMkLst>
        <pc:spChg chg="mod">
          <ac:chgData name="Djènè Kaba [Chargée d'Étude RD-ANSUTEN]" userId="73db5b06-0bdb-4ecb-9e86-73e0abe24945" providerId="ADAL" clId="{BD6316B5-7578-4AC4-A27B-3148AFE15336}" dt="2025-11-07T10:41:55.471" v="0" actId="20577"/>
          <ac:spMkLst>
            <pc:docMk/>
            <pc:sldMk cId="183396431" sldId="276"/>
            <ac:spMk id="8" creationId="{C585FDD9-64AB-BDAD-8D31-D823C040C508}"/>
          </ac:spMkLst>
        </pc:spChg>
        <pc:spChg chg="mod">
          <ac:chgData name="Djènè Kaba [Chargée d'Étude RD-ANSUTEN]" userId="73db5b06-0bdb-4ecb-9e86-73e0abe24945" providerId="ADAL" clId="{BD6316B5-7578-4AC4-A27B-3148AFE15336}" dt="2025-11-07T10:44:19.549" v="46" actId="404"/>
          <ac:spMkLst>
            <pc:docMk/>
            <pc:sldMk cId="183396431" sldId="276"/>
            <ac:spMk id="31" creationId="{34EE1D32-9BA5-B189-1670-54C5536D700D}"/>
          </ac:spMkLst>
        </pc:spChg>
        <pc:picChg chg="mod">
          <ac:chgData name="Djènè Kaba [Chargée d'Étude RD-ANSUTEN]" userId="73db5b06-0bdb-4ecb-9e86-73e0abe24945" providerId="ADAL" clId="{BD6316B5-7578-4AC4-A27B-3148AFE15336}" dt="2025-11-07T10:44:53.174" v="47" actId="1037"/>
          <ac:picMkLst>
            <pc:docMk/>
            <pc:sldMk cId="183396431" sldId="276"/>
            <ac:picMk id="108" creationId="{CDD2D78F-440D-EF7A-E9B1-2EB571CB3E9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79925" cy="300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G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856288" y="0"/>
            <a:ext cx="4478337" cy="300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695A5-B57D-6D46-947A-B89F7F968700}" type="datetimeFigureOut">
              <a:rPr lang="fr-GN" smtClean="0"/>
              <a:t>07/11/2025</a:t>
            </a:fld>
            <a:endParaRPr lang="fr-G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424238" y="749300"/>
            <a:ext cx="3489325" cy="2020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G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033463" y="2881313"/>
            <a:ext cx="8270875" cy="2359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G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5688013"/>
            <a:ext cx="4479925" cy="300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G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856288" y="5688013"/>
            <a:ext cx="4478337" cy="300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01F43-FD93-7245-A55B-306A2F01AE89}" type="slidenum">
              <a:rPr lang="fr-GN" smtClean="0"/>
              <a:t>‹N°›</a:t>
            </a:fld>
            <a:endParaRPr lang="fr-GN"/>
          </a:p>
        </p:txBody>
      </p:sp>
    </p:spTree>
    <p:extLst>
      <p:ext uri="{BB962C8B-B14F-4D97-AF65-F5344CB8AC3E}">
        <p14:creationId xmlns:p14="http://schemas.microsoft.com/office/powerpoint/2010/main" val="3642365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5335" y="1856295"/>
            <a:ext cx="8787130" cy="1257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50670" y="3353308"/>
            <a:ext cx="7236460" cy="1497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231F2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592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231F2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cstate="print"/>
          <a:stretch>
            <a:fillRect/>
          </a:stretch>
        </p:blipFill>
        <p:spPr>
          <a:xfrm>
            <a:off x="8679068" y="250844"/>
            <a:ext cx="839571" cy="34513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907307"/>
            <a:ext cx="10332085" cy="2078989"/>
          </a:xfrm>
          <a:custGeom>
            <a:avLst/>
            <a:gdLst/>
            <a:ahLst/>
            <a:cxnLst/>
            <a:rect l="l" t="t" r="r" b="b"/>
            <a:pathLst>
              <a:path w="10332085" h="2078989">
                <a:moveTo>
                  <a:pt x="10331996" y="0"/>
                </a:moveTo>
                <a:lnTo>
                  <a:pt x="0" y="0"/>
                </a:lnTo>
                <a:lnTo>
                  <a:pt x="0" y="2078608"/>
                </a:lnTo>
                <a:lnTo>
                  <a:pt x="10331996" y="2078608"/>
                </a:lnTo>
                <a:lnTo>
                  <a:pt x="10331996" y="0"/>
                </a:lnTo>
                <a:close/>
              </a:path>
            </a:pathLst>
          </a:custGeom>
          <a:solidFill>
            <a:srgbClr val="005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cstate="print"/>
          <a:stretch>
            <a:fillRect/>
          </a:stretch>
        </p:blipFill>
        <p:spPr>
          <a:xfrm>
            <a:off x="372264" y="540653"/>
            <a:ext cx="9613390" cy="516026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71944" y="721042"/>
            <a:ext cx="9176385" cy="4727575"/>
          </a:xfrm>
          <a:custGeom>
            <a:avLst/>
            <a:gdLst/>
            <a:ahLst/>
            <a:cxnLst/>
            <a:rect l="l" t="t" r="r" b="b"/>
            <a:pathLst>
              <a:path w="9176385" h="4727575">
                <a:moveTo>
                  <a:pt x="9176232" y="0"/>
                </a:moveTo>
                <a:lnTo>
                  <a:pt x="0" y="0"/>
                </a:lnTo>
                <a:lnTo>
                  <a:pt x="0" y="4727003"/>
                </a:lnTo>
                <a:lnTo>
                  <a:pt x="9176232" y="4727003"/>
                </a:lnTo>
                <a:lnTo>
                  <a:pt x="91762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36100" y="1269263"/>
            <a:ext cx="324485" cy="324485"/>
          </a:xfrm>
          <a:custGeom>
            <a:avLst/>
            <a:gdLst/>
            <a:ahLst/>
            <a:cxnLst/>
            <a:rect l="l" t="t" r="r" b="b"/>
            <a:pathLst>
              <a:path w="324485" h="324484">
                <a:moveTo>
                  <a:pt x="324002" y="0"/>
                </a:moveTo>
                <a:lnTo>
                  <a:pt x="0" y="0"/>
                </a:lnTo>
                <a:lnTo>
                  <a:pt x="0" y="324002"/>
                </a:lnTo>
                <a:lnTo>
                  <a:pt x="324002" y="324002"/>
                </a:lnTo>
                <a:lnTo>
                  <a:pt x="324002" y="0"/>
                </a:lnTo>
                <a:close/>
              </a:path>
            </a:pathLst>
          </a:custGeom>
          <a:solidFill>
            <a:srgbClr val="F696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592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16890" y="1377251"/>
            <a:ext cx="4496943" cy="3952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23967" y="1377251"/>
            <a:ext cx="4496943" cy="3952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606097"/>
            <a:ext cx="10332085" cy="380365"/>
          </a:xfrm>
          <a:custGeom>
            <a:avLst/>
            <a:gdLst/>
            <a:ahLst/>
            <a:cxnLst/>
            <a:rect l="l" t="t" r="r" b="b"/>
            <a:pathLst>
              <a:path w="10332085" h="380364">
                <a:moveTo>
                  <a:pt x="10331996" y="0"/>
                </a:moveTo>
                <a:lnTo>
                  <a:pt x="0" y="0"/>
                </a:lnTo>
                <a:lnTo>
                  <a:pt x="0" y="379818"/>
                </a:lnTo>
                <a:lnTo>
                  <a:pt x="10331996" y="379818"/>
                </a:lnTo>
                <a:lnTo>
                  <a:pt x="10331996" y="0"/>
                </a:lnTo>
                <a:close/>
              </a:path>
            </a:pathLst>
          </a:custGeom>
          <a:solidFill>
            <a:srgbClr val="005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cstate="print"/>
          <a:stretch>
            <a:fillRect/>
          </a:stretch>
        </p:blipFill>
        <p:spPr>
          <a:xfrm>
            <a:off x="0" y="5929756"/>
            <a:ext cx="10331996" cy="561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cstate="print"/>
          <a:stretch>
            <a:fillRect/>
          </a:stretch>
        </p:blipFill>
        <p:spPr>
          <a:xfrm>
            <a:off x="8679068" y="250844"/>
            <a:ext cx="839571" cy="34513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71944" y="943432"/>
            <a:ext cx="324485" cy="324485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0"/>
                </a:moveTo>
                <a:lnTo>
                  <a:pt x="0" y="0"/>
                </a:lnTo>
                <a:lnTo>
                  <a:pt x="0" y="324002"/>
                </a:lnTo>
                <a:lnTo>
                  <a:pt x="324002" y="324002"/>
                </a:lnTo>
                <a:lnTo>
                  <a:pt x="324002" y="0"/>
                </a:lnTo>
                <a:close/>
              </a:path>
            </a:pathLst>
          </a:custGeom>
          <a:solidFill>
            <a:srgbClr val="F696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69937" y="817435"/>
            <a:ext cx="252095" cy="252095"/>
          </a:xfrm>
          <a:custGeom>
            <a:avLst/>
            <a:gdLst/>
            <a:ahLst/>
            <a:cxnLst/>
            <a:rect l="l" t="t" r="r" b="b"/>
            <a:pathLst>
              <a:path w="252094" h="252094">
                <a:moveTo>
                  <a:pt x="252006" y="0"/>
                </a:moveTo>
                <a:lnTo>
                  <a:pt x="0" y="0"/>
                </a:lnTo>
                <a:lnTo>
                  <a:pt x="0" y="251993"/>
                </a:lnTo>
                <a:lnTo>
                  <a:pt x="252006" y="251993"/>
                </a:lnTo>
                <a:lnTo>
                  <a:pt x="252006" y="0"/>
                </a:lnTo>
                <a:close/>
              </a:path>
            </a:pathLst>
          </a:custGeom>
          <a:solidFill>
            <a:srgbClr val="D1D3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00592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415280" cy="5986145"/>
          </a:xfrm>
          <a:custGeom>
            <a:avLst/>
            <a:gdLst/>
            <a:ahLst/>
            <a:cxnLst/>
            <a:rect l="l" t="t" r="r" b="b"/>
            <a:pathLst>
              <a:path w="5415280" h="5986145">
                <a:moveTo>
                  <a:pt x="5414784" y="0"/>
                </a:moveTo>
                <a:lnTo>
                  <a:pt x="0" y="0"/>
                </a:lnTo>
                <a:lnTo>
                  <a:pt x="0" y="5985916"/>
                </a:lnTo>
                <a:lnTo>
                  <a:pt x="5414784" y="5985916"/>
                </a:lnTo>
                <a:lnTo>
                  <a:pt x="5414784" y="0"/>
                </a:lnTo>
                <a:close/>
              </a:path>
            </a:pathLst>
          </a:custGeom>
          <a:solidFill>
            <a:srgbClr val="005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cstate="print"/>
          <a:stretch>
            <a:fillRect/>
          </a:stretch>
        </p:blipFill>
        <p:spPr>
          <a:xfrm>
            <a:off x="0" y="5929757"/>
            <a:ext cx="10331996" cy="561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cstate="print"/>
          <a:stretch>
            <a:fillRect/>
          </a:stretch>
        </p:blipFill>
        <p:spPr>
          <a:xfrm>
            <a:off x="6449256" y="411746"/>
            <a:ext cx="3547586" cy="53830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cstate="print"/>
          <a:stretch>
            <a:fillRect/>
          </a:stretch>
        </p:blipFill>
        <p:spPr>
          <a:xfrm>
            <a:off x="542951" y="514365"/>
            <a:ext cx="6117334" cy="503224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742340" y="695655"/>
            <a:ext cx="5682615" cy="4596130"/>
          </a:xfrm>
          <a:custGeom>
            <a:avLst/>
            <a:gdLst/>
            <a:ahLst/>
            <a:cxnLst/>
            <a:rect l="l" t="t" r="r" b="b"/>
            <a:pathLst>
              <a:path w="5682615" h="4596130">
                <a:moveTo>
                  <a:pt x="5682081" y="0"/>
                </a:moveTo>
                <a:lnTo>
                  <a:pt x="0" y="0"/>
                </a:lnTo>
                <a:lnTo>
                  <a:pt x="0" y="4595685"/>
                </a:lnTo>
                <a:lnTo>
                  <a:pt x="5682081" y="4595685"/>
                </a:lnTo>
                <a:lnTo>
                  <a:pt x="56820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54226" y="1428572"/>
            <a:ext cx="232410" cy="232410"/>
          </a:xfrm>
          <a:custGeom>
            <a:avLst/>
            <a:gdLst/>
            <a:ahLst/>
            <a:cxnLst/>
            <a:rect l="l" t="t" r="r" b="b"/>
            <a:pathLst>
              <a:path w="232409" h="232410">
                <a:moveTo>
                  <a:pt x="232346" y="0"/>
                </a:moveTo>
                <a:lnTo>
                  <a:pt x="0" y="0"/>
                </a:lnTo>
                <a:lnTo>
                  <a:pt x="0" y="232346"/>
                </a:lnTo>
                <a:lnTo>
                  <a:pt x="232346" y="232346"/>
                </a:lnTo>
                <a:lnTo>
                  <a:pt x="232346" y="0"/>
                </a:lnTo>
                <a:close/>
              </a:path>
            </a:pathLst>
          </a:custGeom>
          <a:solidFill>
            <a:srgbClr val="0059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64805" y="1218730"/>
            <a:ext cx="324485" cy="324485"/>
          </a:xfrm>
          <a:custGeom>
            <a:avLst/>
            <a:gdLst/>
            <a:ahLst/>
            <a:cxnLst/>
            <a:rect l="l" t="t" r="r" b="b"/>
            <a:pathLst>
              <a:path w="324484" h="324484">
                <a:moveTo>
                  <a:pt x="324002" y="0"/>
                </a:moveTo>
                <a:lnTo>
                  <a:pt x="0" y="0"/>
                </a:lnTo>
                <a:lnTo>
                  <a:pt x="0" y="324002"/>
                </a:lnTo>
                <a:lnTo>
                  <a:pt x="324002" y="324002"/>
                </a:lnTo>
                <a:lnTo>
                  <a:pt x="324002" y="0"/>
                </a:lnTo>
                <a:close/>
              </a:path>
            </a:pathLst>
          </a:custGeom>
          <a:solidFill>
            <a:srgbClr val="F696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9944" y="1831900"/>
            <a:ext cx="24174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13213" y="2004525"/>
            <a:ext cx="4396105" cy="299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231F2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14852" y="5568886"/>
            <a:ext cx="3308096" cy="2994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16890" y="5568886"/>
            <a:ext cx="2377694" cy="2994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443216" y="5568886"/>
            <a:ext cx="2377694" cy="2994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E75200-0013-8302-4EAC-5FB14EC1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12">
            <a:extLst>
              <a:ext uri="{FF2B5EF4-FFF2-40B4-BE49-F238E27FC236}">
                <a16:creationId xmlns:a16="http://schemas.microsoft.com/office/drawing/2014/main" id="{EE69A345-EC74-5252-A891-E9FA1806E3FA}"/>
              </a:ext>
            </a:extLst>
          </p:cNvPr>
          <p:cNvPicPr/>
          <p:nvPr/>
        </p:nvPicPr>
        <p:blipFill>
          <a:blip cstate="print"/>
          <a:stretch>
            <a:fillRect/>
          </a:stretch>
        </p:blipFill>
        <p:spPr>
          <a:xfrm>
            <a:off x="0" y="5929757"/>
            <a:ext cx="10331996" cy="56159"/>
          </a:xfrm>
          <a:prstGeom prst="rect">
            <a:avLst/>
          </a:prstGeom>
        </p:spPr>
      </p:pic>
      <p:pic>
        <p:nvPicPr>
          <p:cNvPr id="119" name="Image 118">
            <a:extLst>
              <a:ext uri="{FF2B5EF4-FFF2-40B4-BE49-F238E27FC236}">
                <a16:creationId xmlns:a16="http://schemas.microsoft.com/office/drawing/2014/main" id="{02D8B9C5-38C9-105A-402B-DD17B7D86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80" y="-2094"/>
            <a:ext cx="10410756" cy="5990144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704E53F7-BC88-318B-0DB1-40056ADA1476}"/>
              </a:ext>
            </a:extLst>
          </p:cNvPr>
          <p:cNvSpPr/>
          <p:nvPr/>
        </p:nvSpPr>
        <p:spPr>
          <a:xfrm>
            <a:off x="4300970" y="1730920"/>
            <a:ext cx="5657684" cy="3853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1628673-2C6C-61FC-73C0-EAB749AB668B}"/>
              </a:ext>
            </a:extLst>
          </p:cNvPr>
          <p:cNvSpPr/>
          <p:nvPr/>
        </p:nvSpPr>
        <p:spPr>
          <a:xfrm>
            <a:off x="377332" y="2115741"/>
            <a:ext cx="4426858" cy="308808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pic>
        <p:nvPicPr>
          <p:cNvPr id="123" name="Image 122">
            <a:extLst>
              <a:ext uri="{FF2B5EF4-FFF2-40B4-BE49-F238E27FC236}">
                <a16:creationId xmlns:a16="http://schemas.microsoft.com/office/drawing/2014/main" id="{CBFC2D8D-71AF-1ADB-EF53-904F02505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107" y="439001"/>
            <a:ext cx="1623550" cy="650024"/>
          </a:xfrm>
          <a:prstGeom prst="rect">
            <a:avLst/>
          </a:prstGeom>
        </p:spPr>
      </p:pic>
      <p:pic>
        <p:nvPicPr>
          <p:cNvPr id="126" name="Image 125">
            <a:extLst>
              <a:ext uri="{FF2B5EF4-FFF2-40B4-BE49-F238E27FC236}">
                <a16:creationId xmlns:a16="http://schemas.microsoft.com/office/drawing/2014/main" id="{DEC40FFC-E9E9-B2B2-3E3D-816CEE699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930" y="250442"/>
            <a:ext cx="2189316" cy="973029"/>
          </a:xfrm>
          <a:prstGeom prst="rect">
            <a:avLst/>
          </a:prstGeom>
        </p:spPr>
      </p:pic>
      <p:pic>
        <p:nvPicPr>
          <p:cNvPr id="128" name="Image 127">
            <a:extLst>
              <a:ext uri="{FF2B5EF4-FFF2-40B4-BE49-F238E27FC236}">
                <a16:creationId xmlns:a16="http://schemas.microsoft.com/office/drawing/2014/main" id="{641275A4-15D2-E744-C3AB-C0E33DB0B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80" y="-421867"/>
            <a:ext cx="2300208" cy="2300208"/>
          </a:xfrm>
          <a:prstGeom prst="rect">
            <a:avLst/>
          </a:prstGeom>
        </p:spPr>
      </p:pic>
      <p:sp>
        <p:nvSpPr>
          <p:cNvPr id="131" name="object 8">
            <a:extLst>
              <a:ext uri="{FF2B5EF4-FFF2-40B4-BE49-F238E27FC236}">
                <a16:creationId xmlns:a16="http://schemas.microsoft.com/office/drawing/2014/main" id="{62F7BBE0-B4A5-59CF-B3AF-5954038BC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312" y="2520236"/>
            <a:ext cx="3617658" cy="231601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ctr" rtl="0"/>
            <a:r>
              <a:rPr lang="fr-FR" sz="4800" dirty="0">
                <a:latin typeface="Helvetica" pitchFamily="2" charset="0"/>
              </a:rPr>
              <a:t>NOM DE VOTRE PROJET</a:t>
            </a:r>
            <a:endParaRPr lang="fr-FR" sz="4800" b="0" dirty="0">
              <a:latin typeface="Helvetica" pitchFamily="2" charset="0"/>
            </a:endParaRPr>
          </a:p>
        </p:txBody>
      </p:sp>
      <p:pic>
        <p:nvPicPr>
          <p:cNvPr id="3" name="Image 2" descr="Une image contenant Graphique, Polic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B1C2780-0C99-CEE3-E5F0-DAD304EFB1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700" y="3070225"/>
            <a:ext cx="4337157" cy="95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73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8885DA-1A0B-9BA7-AB47-77575F14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107">
            <a:extLst>
              <a:ext uri="{FF2B5EF4-FFF2-40B4-BE49-F238E27FC236}">
                <a16:creationId xmlns:a16="http://schemas.microsoft.com/office/drawing/2014/main" id="{CDD2D78F-440D-EF7A-E9B1-2EB571CB3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17429"/>
            <a:ext cx="10413890" cy="5997007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C585FDD9-64AB-BDAD-8D31-D823C040C5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5809" y="1774825"/>
            <a:ext cx="3617658" cy="46935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ctr" rtl="0"/>
            <a:r>
              <a:rPr lang="fr-FR" sz="2400" dirty="0">
                <a:latin typeface="Helvetica" pitchFamily="2" charset="0"/>
              </a:rPr>
              <a:t>Lieu de déploiement:</a:t>
            </a:r>
            <a:endParaRPr lang="fr-FR" sz="2400" b="0" dirty="0">
              <a:latin typeface="Helvetica" pitchFamily="2" charset="0"/>
            </a:endParaRPr>
          </a:p>
        </p:txBody>
      </p:sp>
      <p:pic>
        <p:nvPicPr>
          <p:cNvPr id="12" name="object 12">
            <a:extLst>
              <a:ext uri="{FF2B5EF4-FFF2-40B4-BE49-F238E27FC236}">
                <a16:creationId xmlns:a16="http://schemas.microsoft.com/office/drawing/2014/main" id="{1052CAC5-3A06-C061-4072-454BA87C3AB0}"/>
              </a:ext>
            </a:extLst>
          </p:cNvPr>
          <p:cNvPicPr/>
          <p:nvPr/>
        </p:nvPicPr>
        <p:blipFill>
          <a:blip cstate="print"/>
          <a:stretch>
            <a:fillRect/>
          </a:stretch>
        </p:blipFill>
        <p:spPr>
          <a:xfrm>
            <a:off x="0" y="5929757"/>
            <a:ext cx="10331996" cy="56159"/>
          </a:xfrm>
          <a:prstGeom prst="rect">
            <a:avLst/>
          </a:prstGeom>
        </p:spPr>
      </p:pic>
      <p:pic>
        <p:nvPicPr>
          <p:cNvPr id="16" name="Image 15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EE724CAE-58C0-BDC2-F7D8-2C29AC4A7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0787" y="78879"/>
            <a:ext cx="3628128" cy="1489937"/>
          </a:xfrm>
          <a:prstGeom prst="rect">
            <a:avLst/>
          </a:prstGeom>
        </p:spPr>
      </p:pic>
      <p:sp>
        <p:nvSpPr>
          <p:cNvPr id="15" name="TextBox 17">
            <a:extLst>
              <a:ext uri="{FF2B5EF4-FFF2-40B4-BE49-F238E27FC236}">
                <a16:creationId xmlns:a16="http://schemas.microsoft.com/office/drawing/2014/main" id="{15365897-467A-01F6-EC53-766B32ABB946}"/>
              </a:ext>
            </a:extLst>
          </p:cNvPr>
          <p:cNvSpPr txBox="1"/>
          <p:nvPr/>
        </p:nvSpPr>
        <p:spPr>
          <a:xfrm>
            <a:off x="4443776" y="2370179"/>
            <a:ext cx="4001724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2400" dirty="0">
                <a:latin typeface="Helvetica" pitchFamily="2" charset="0"/>
              </a:rPr>
              <a:t>Phrase d’accroche / Vision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FE1BF9-7DEB-99A0-3D6E-B3D1C38183B2}"/>
              </a:ext>
            </a:extLst>
          </p:cNvPr>
          <p:cNvSpPr/>
          <p:nvPr/>
        </p:nvSpPr>
        <p:spPr>
          <a:xfrm>
            <a:off x="881706" y="631825"/>
            <a:ext cx="2116272" cy="2423561"/>
          </a:xfrm>
          <a:prstGeom prst="rect">
            <a:avLst/>
          </a:prstGeom>
          <a:solidFill>
            <a:srgbClr val="0255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EB496F-AB1E-8C9D-E8D3-303FB48F036B}"/>
              </a:ext>
            </a:extLst>
          </p:cNvPr>
          <p:cNvSpPr/>
          <p:nvPr/>
        </p:nvSpPr>
        <p:spPr>
          <a:xfrm>
            <a:off x="5453006" y="702470"/>
            <a:ext cx="1922092" cy="866346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Votre l</a:t>
            </a:r>
            <a:r>
              <a:rPr lang="fr-GN" dirty="0">
                <a:solidFill>
                  <a:sysClr val="windowText" lastClr="000000"/>
                </a:solidFill>
              </a:rPr>
              <a:t>ogo ici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79EE93-85FC-9D36-490B-27DC3C7BF1B9}"/>
              </a:ext>
            </a:extLst>
          </p:cNvPr>
          <p:cNvSpPr/>
          <p:nvPr/>
        </p:nvSpPr>
        <p:spPr>
          <a:xfrm>
            <a:off x="1282700" y="3832225"/>
            <a:ext cx="1219200" cy="1219200"/>
          </a:xfrm>
          <a:prstGeom prst="rect">
            <a:avLst/>
          </a:prstGeom>
          <a:solidFill>
            <a:srgbClr val="0255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DD444817-F1B3-5EF1-01D8-7B83EB37AFA8}"/>
              </a:ext>
            </a:extLst>
          </p:cNvPr>
          <p:cNvGrpSpPr/>
          <p:nvPr/>
        </p:nvGrpSpPr>
        <p:grpSpPr>
          <a:xfrm>
            <a:off x="596900" y="3100364"/>
            <a:ext cx="2726358" cy="596312"/>
            <a:chOff x="525519" y="3439868"/>
            <a:chExt cx="2726358" cy="596312"/>
          </a:xfrm>
        </p:grpSpPr>
        <p:sp>
          <p:nvSpPr>
            <p:cNvPr id="31" name="TextBox 40">
              <a:extLst>
                <a:ext uri="{FF2B5EF4-FFF2-40B4-BE49-F238E27FC236}">
                  <a16:creationId xmlns:a16="http://schemas.microsoft.com/office/drawing/2014/main" id="{34EE1D32-9BA5-B189-1670-54C5536D700D}"/>
                </a:ext>
              </a:extLst>
            </p:cNvPr>
            <p:cNvSpPr txBox="1"/>
            <p:nvPr/>
          </p:nvSpPr>
          <p:spPr>
            <a:xfrm>
              <a:off x="525519" y="3439868"/>
              <a:ext cx="2726358" cy="246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600" b="1" dirty="0">
                  <a:latin typeface="Helvetica" pitchFamily="2" charset="0"/>
                </a:rPr>
                <a:t>Prénoms &amp; Nom du porteur</a:t>
              </a:r>
            </a:p>
          </p:txBody>
        </p:sp>
        <p:sp>
          <p:nvSpPr>
            <p:cNvPr id="36" name="TextBox 40">
              <a:extLst>
                <a:ext uri="{FF2B5EF4-FFF2-40B4-BE49-F238E27FC236}">
                  <a16:creationId xmlns:a16="http://schemas.microsoft.com/office/drawing/2014/main" id="{19EDEF49-FC91-7343-84C3-7B99792E1F8C}"/>
                </a:ext>
              </a:extLst>
            </p:cNvPr>
            <p:cNvSpPr txBox="1"/>
            <p:nvPr/>
          </p:nvSpPr>
          <p:spPr>
            <a:xfrm>
              <a:off x="762104" y="3759181"/>
              <a:ext cx="2253188" cy="2769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dirty="0">
                  <a:latin typeface="Helvetica" pitchFamily="2" charset="0"/>
                </a:rPr>
                <a:t>Fonction</a:t>
              </a:r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8902AC27-AE6F-D6D6-6FCD-B1C5C56DE01B}"/>
                </a:ext>
              </a:extLst>
            </p:cNvPr>
            <p:cNvCxnSpPr/>
            <p:nvPr/>
          </p:nvCxnSpPr>
          <p:spPr>
            <a:xfrm>
              <a:off x="1503142" y="3723417"/>
              <a:ext cx="771112" cy="0"/>
            </a:xfrm>
            <a:prstGeom prst="line">
              <a:avLst/>
            </a:prstGeom>
            <a:ln>
              <a:solidFill>
                <a:srgbClr val="0255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831524DE-97A7-CF96-3D7E-213EA46E7541}"/>
              </a:ext>
            </a:extLst>
          </p:cNvPr>
          <p:cNvGrpSpPr/>
          <p:nvPr/>
        </p:nvGrpSpPr>
        <p:grpSpPr>
          <a:xfrm>
            <a:off x="1217939" y="5112253"/>
            <a:ext cx="1271866" cy="429341"/>
            <a:chOff x="3877910" y="5058317"/>
            <a:chExt cx="2726358" cy="429341"/>
          </a:xfrm>
        </p:grpSpPr>
        <p:sp>
          <p:nvSpPr>
            <p:cNvPr id="43" name="TextBox 40">
              <a:extLst>
                <a:ext uri="{FF2B5EF4-FFF2-40B4-BE49-F238E27FC236}">
                  <a16:creationId xmlns:a16="http://schemas.microsoft.com/office/drawing/2014/main" id="{048B1B48-15DA-8383-3DD2-FE476B53705D}"/>
                </a:ext>
              </a:extLst>
            </p:cNvPr>
            <p:cNvSpPr txBox="1"/>
            <p:nvPr/>
          </p:nvSpPr>
          <p:spPr>
            <a:xfrm>
              <a:off x="3877910" y="5058317"/>
              <a:ext cx="2726358" cy="1846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200" b="1" dirty="0">
                  <a:latin typeface="Helvetica" pitchFamily="2" charset="0"/>
                </a:rPr>
                <a:t>Prénoms &amp; Nom</a:t>
              </a:r>
            </a:p>
          </p:txBody>
        </p:sp>
        <p:sp>
          <p:nvSpPr>
            <p:cNvPr id="44" name="TextBox 40">
              <a:extLst>
                <a:ext uri="{FF2B5EF4-FFF2-40B4-BE49-F238E27FC236}">
                  <a16:creationId xmlns:a16="http://schemas.microsoft.com/office/drawing/2014/main" id="{9602D6DB-0D45-FBDD-9C8C-38A9847DE8E9}"/>
                </a:ext>
              </a:extLst>
            </p:cNvPr>
            <p:cNvSpPr txBox="1"/>
            <p:nvPr/>
          </p:nvSpPr>
          <p:spPr>
            <a:xfrm>
              <a:off x="4114495" y="5326075"/>
              <a:ext cx="2253188" cy="1615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050" b="1" dirty="0">
                  <a:latin typeface="Helvetica" pitchFamily="2" charset="0"/>
                </a:rPr>
                <a:t>Fonction</a:t>
              </a:r>
            </a:p>
          </p:txBody>
        </p: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C0D562D3-FBF3-5E9A-AF67-B2853B190EC8}"/>
                </a:ext>
              </a:extLst>
            </p:cNvPr>
            <p:cNvCxnSpPr/>
            <p:nvPr/>
          </p:nvCxnSpPr>
          <p:spPr>
            <a:xfrm>
              <a:off x="4855533" y="5280025"/>
              <a:ext cx="771112" cy="0"/>
            </a:xfrm>
            <a:prstGeom prst="line">
              <a:avLst/>
            </a:prstGeom>
            <a:ln>
              <a:solidFill>
                <a:srgbClr val="0255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EBC4E006-3956-AEC5-96A9-79B2E61BFE4E}"/>
              </a:ext>
            </a:extLst>
          </p:cNvPr>
          <p:cNvCxnSpPr>
            <a:cxnSpLocks/>
          </p:cNvCxnSpPr>
          <p:nvPr/>
        </p:nvCxnSpPr>
        <p:spPr>
          <a:xfrm flipH="1">
            <a:off x="3555728" y="3298825"/>
            <a:ext cx="6108972" cy="0"/>
          </a:xfrm>
          <a:prstGeom prst="line">
            <a:avLst/>
          </a:prstGeom>
          <a:ln>
            <a:solidFill>
              <a:srgbClr val="0255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429F987B-526F-6585-2459-282F60558D1F}"/>
              </a:ext>
            </a:extLst>
          </p:cNvPr>
          <p:cNvGrpSpPr/>
          <p:nvPr/>
        </p:nvGrpSpPr>
        <p:grpSpPr>
          <a:xfrm>
            <a:off x="9283700" y="329237"/>
            <a:ext cx="437261" cy="400685"/>
            <a:chOff x="3863709" y="231140"/>
            <a:chExt cx="437261" cy="400685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6A66378-512B-AAEF-32ED-859EC8A3DD27}"/>
                </a:ext>
              </a:extLst>
            </p:cNvPr>
            <p:cNvSpPr/>
            <p:nvPr/>
          </p:nvSpPr>
          <p:spPr>
            <a:xfrm>
              <a:off x="3863709" y="406272"/>
              <a:ext cx="225552" cy="225553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GN" dirty="0"/>
                <a:t> </a:t>
              </a:r>
            </a:p>
          </p:txBody>
        </p:sp>
        <p:sp>
          <p:nvSpPr>
            <p:cNvPr id="65" name="object 7">
              <a:extLst>
                <a:ext uri="{FF2B5EF4-FFF2-40B4-BE49-F238E27FC236}">
                  <a16:creationId xmlns:a16="http://schemas.microsoft.com/office/drawing/2014/main" id="{6BD04D24-5F34-3E1B-9A51-03DFD1819963}"/>
                </a:ext>
              </a:extLst>
            </p:cNvPr>
            <p:cNvSpPr/>
            <p:nvPr/>
          </p:nvSpPr>
          <p:spPr>
            <a:xfrm>
              <a:off x="3976485" y="231140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324002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324002" y="324002"/>
                  </a:lnTo>
                  <a:lnTo>
                    <a:pt x="324002" y="0"/>
                  </a:lnTo>
                  <a:close/>
                </a:path>
              </a:pathLst>
            </a:custGeom>
            <a:solidFill>
              <a:srgbClr val="FFA8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DC746A52-FECB-1606-E08B-EC9678028D1D}"/>
              </a:ext>
            </a:extLst>
          </p:cNvPr>
          <p:cNvSpPr/>
          <p:nvPr/>
        </p:nvSpPr>
        <p:spPr>
          <a:xfrm>
            <a:off x="3492500" y="3832225"/>
            <a:ext cx="1219200" cy="1219200"/>
          </a:xfrm>
          <a:prstGeom prst="rect">
            <a:avLst/>
          </a:prstGeom>
          <a:solidFill>
            <a:srgbClr val="0255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14FAEFD-4B9C-EC44-A0DA-4D4F6E350FE3}"/>
              </a:ext>
            </a:extLst>
          </p:cNvPr>
          <p:cNvSpPr/>
          <p:nvPr/>
        </p:nvSpPr>
        <p:spPr>
          <a:xfrm>
            <a:off x="5770301" y="3832225"/>
            <a:ext cx="1219200" cy="1219200"/>
          </a:xfrm>
          <a:prstGeom prst="rect">
            <a:avLst/>
          </a:prstGeom>
          <a:solidFill>
            <a:srgbClr val="0255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9FA4505-5103-C3F0-68CC-EC5CCB8F4805}"/>
              </a:ext>
            </a:extLst>
          </p:cNvPr>
          <p:cNvSpPr/>
          <p:nvPr/>
        </p:nvSpPr>
        <p:spPr>
          <a:xfrm>
            <a:off x="7972249" y="3832225"/>
            <a:ext cx="1219200" cy="1219200"/>
          </a:xfrm>
          <a:prstGeom prst="rect">
            <a:avLst/>
          </a:prstGeom>
          <a:solidFill>
            <a:srgbClr val="0255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grpSp>
        <p:nvGrpSpPr>
          <p:cNvPr id="95" name="Groupe 94">
            <a:extLst>
              <a:ext uri="{FF2B5EF4-FFF2-40B4-BE49-F238E27FC236}">
                <a16:creationId xmlns:a16="http://schemas.microsoft.com/office/drawing/2014/main" id="{AA53E32F-1183-C585-FC7A-5140628E0DC9}"/>
              </a:ext>
            </a:extLst>
          </p:cNvPr>
          <p:cNvGrpSpPr/>
          <p:nvPr/>
        </p:nvGrpSpPr>
        <p:grpSpPr>
          <a:xfrm>
            <a:off x="3412373" y="5112253"/>
            <a:ext cx="1271866" cy="429341"/>
            <a:chOff x="3877910" y="5058317"/>
            <a:chExt cx="2726358" cy="429341"/>
          </a:xfrm>
        </p:grpSpPr>
        <p:sp>
          <p:nvSpPr>
            <p:cNvPr id="96" name="TextBox 40">
              <a:extLst>
                <a:ext uri="{FF2B5EF4-FFF2-40B4-BE49-F238E27FC236}">
                  <a16:creationId xmlns:a16="http://schemas.microsoft.com/office/drawing/2014/main" id="{D832B3A5-D032-6029-0A7E-9537140AEC85}"/>
                </a:ext>
              </a:extLst>
            </p:cNvPr>
            <p:cNvSpPr txBox="1"/>
            <p:nvPr/>
          </p:nvSpPr>
          <p:spPr>
            <a:xfrm>
              <a:off x="3877910" y="5058317"/>
              <a:ext cx="2726358" cy="1846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200" b="1" dirty="0">
                  <a:latin typeface="Helvetica" pitchFamily="2" charset="0"/>
                </a:rPr>
                <a:t>Prénoms &amp; Nom</a:t>
              </a:r>
            </a:p>
          </p:txBody>
        </p:sp>
        <p:sp>
          <p:nvSpPr>
            <p:cNvPr id="97" name="TextBox 40">
              <a:extLst>
                <a:ext uri="{FF2B5EF4-FFF2-40B4-BE49-F238E27FC236}">
                  <a16:creationId xmlns:a16="http://schemas.microsoft.com/office/drawing/2014/main" id="{E29E472E-DB83-9E2F-7811-D881E490DDCF}"/>
                </a:ext>
              </a:extLst>
            </p:cNvPr>
            <p:cNvSpPr txBox="1"/>
            <p:nvPr/>
          </p:nvSpPr>
          <p:spPr>
            <a:xfrm>
              <a:off x="4114495" y="5326075"/>
              <a:ext cx="2253188" cy="1615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050" b="1" dirty="0">
                  <a:latin typeface="Helvetica" pitchFamily="2" charset="0"/>
                </a:rPr>
                <a:t>Fonction</a:t>
              </a:r>
            </a:p>
          </p:txBody>
        </p:sp>
        <p:cxnSp>
          <p:nvCxnSpPr>
            <p:cNvPr id="98" name="Connecteur droit 97">
              <a:extLst>
                <a:ext uri="{FF2B5EF4-FFF2-40B4-BE49-F238E27FC236}">
                  <a16:creationId xmlns:a16="http://schemas.microsoft.com/office/drawing/2014/main" id="{402F0CAD-D58B-D01C-9729-FD3AEA0B4C77}"/>
                </a:ext>
              </a:extLst>
            </p:cNvPr>
            <p:cNvCxnSpPr/>
            <p:nvPr/>
          </p:nvCxnSpPr>
          <p:spPr>
            <a:xfrm>
              <a:off x="4855533" y="5280025"/>
              <a:ext cx="771112" cy="0"/>
            </a:xfrm>
            <a:prstGeom prst="line">
              <a:avLst/>
            </a:prstGeom>
            <a:ln>
              <a:solidFill>
                <a:srgbClr val="0255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e 98">
            <a:extLst>
              <a:ext uri="{FF2B5EF4-FFF2-40B4-BE49-F238E27FC236}">
                <a16:creationId xmlns:a16="http://schemas.microsoft.com/office/drawing/2014/main" id="{0DEDDBC6-08B2-658E-3892-E54DFA25AF3C}"/>
              </a:ext>
            </a:extLst>
          </p:cNvPr>
          <p:cNvGrpSpPr/>
          <p:nvPr/>
        </p:nvGrpSpPr>
        <p:grpSpPr>
          <a:xfrm>
            <a:off x="5725834" y="5112253"/>
            <a:ext cx="1271866" cy="429341"/>
            <a:chOff x="3877910" y="5058317"/>
            <a:chExt cx="2726358" cy="429341"/>
          </a:xfrm>
        </p:grpSpPr>
        <p:sp>
          <p:nvSpPr>
            <p:cNvPr id="100" name="TextBox 40">
              <a:extLst>
                <a:ext uri="{FF2B5EF4-FFF2-40B4-BE49-F238E27FC236}">
                  <a16:creationId xmlns:a16="http://schemas.microsoft.com/office/drawing/2014/main" id="{077CC30D-8C75-BB05-1850-7D05F0950AC5}"/>
                </a:ext>
              </a:extLst>
            </p:cNvPr>
            <p:cNvSpPr txBox="1"/>
            <p:nvPr/>
          </p:nvSpPr>
          <p:spPr>
            <a:xfrm>
              <a:off x="3877910" y="5058317"/>
              <a:ext cx="2726358" cy="1846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200" b="1" dirty="0">
                  <a:latin typeface="Helvetica" pitchFamily="2" charset="0"/>
                </a:rPr>
                <a:t>Prénoms &amp; Nom</a:t>
              </a:r>
            </a:p>
          </p:txBody>
        </p:sp>
        <p:sp>
          <p:nvSpPr>
            <p:cNvPr id="101" name="TextBox 40">
              <a:extLst>
                <a:ext uri="{FF2B5EF4-FFF2-40B4-BE49-F238E27FC236}">
                  <a16:creationId xmlns:a16="http://schemas.microsoft.com/office/drawing/2014/main" id="{B3194BBA-5F61-6051-DC1D-1DDD68E09CBF}"/>
                </a:ext>
              </a:extLst>
            </p:cNvPr>
            <p:cNvSpPr txBox="1"/>
            <p:nvPr/>
          </p:nvSpPr>
          <p:spPr>
            <a:xfrm>
              <a:off x="4114495" y="5326075"/>
              <a:ext cx="2253188" cy="1615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050" b="1" dirty="0">
                  <a:latin typeface="Helvetica" pitchFamily="2" charset="0"/>
                </a:rPr>
                <a:t>Fonction</a:t>
              </a:r>
            </a:p>
          </p:txBody>
        </p:sp>
        <p:cxnSp>
          <p:nvCxnSpPr>
            <p:cNvPr id="102" name="Connecteur droit 101">
              <a:extLst>
                <a:ext uri="{FF2B5EF4-FFF2-40B4-BE49-F238E27FC236}">
                  <a16:creationId xmlns:a16="http://schemas.microsoft.com/office/drawing/2014/main" id="{D6AF221C-1D24-66BF-A34A-2E0D0F1CCA8D}"/>
                </a:ext>
              </a:extLst>
            </p:cNvPr>
            <p:cNvCxnSpPr/>
            <p:nvPr/>
          </p:nvCxnSpPr>
          <p:spPr>
            <a:xfrm>
              <a:off x="4855533" y="5280025"/>
              <a:ext cx="771112" cy="0"/>
            </a:xfrm>
            <a:prstGeom prst="line">
              <a:avLst/>
            </a:prstGeom>
            <a:ln>
              <a:solidFill>
                <a:srgbClr val="0255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28AE84A5-FB91-90D3-0C11-8381B81D8F71}"/>
              </a:ext>
            </a:extLst>
          </p:cNvPr>
          <p:cNvGrpSpPr/>
          <p:nvPr/>
        </p:nvGrpSpPr>
        <p:grpSpPr>
          <a:xfrm>
            <a:off x="7935634" y="5112253"/>
            <a:ext cx="1271866" cy="429341"/>
            <a:chOff x="3877910" y="5058317"/>
            <a:chExt cx="2726358" cy="429341"/>
          </a:xfrm>
        </p:grpSpPr>
        <p:sp>
          <p:nvSpPr>
            <p:cNvPr id="104" name="TextBox 40">
              <a:extLst>
                <a:ext uri="{FF2B5EF4-FFF2-40B4-BE49-F238E27FC236}">
                  <a16:creationId xmlns:a16="http://schemas.microsoft.com/office/drawing/2014/main" id="{9E8D1EDF-DC8B-AEF9-7D94-B645962D378E}"/>
                </a:ext>
              </a:extLst>
            </p:cNvPr>
            <p:cNvSpPr txBox="1"/>
            <p:nvPr/>
          </p:nvSpPr>
          <p:spPr>
            <a:xfrm>
              <a:off x="3877910" y="5058317"/>
              <a:ext cx="2726358" cy="1846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200" b="1" dirty="0">
                  <a:latin typeface="Helvetica" pitchFamily="2" charset="0"/>
                </a:rPr>
                <a:t>Prénoms &amp; Nom</a:t>
              </a:r>
            </a:p>
          </p:txBody>
        </p:sp>
        <p:sp>
          <p:nvSpPr>
            <p:cNvPr id="105" name="TextBox 40">
              <a:extLst>
                <a:ext uri="{FF2B5EF4-FFF2-40B4-BE49-F238E27FC236}">
                  <a16:creationId xmlns:a16="http://schemas.microsoft.com/office/drawing/2014/main" id="{6A4A502D-CC1D-F446-D622-C08580F4B42C}"/>
                </a:ext>
              </a:extLst>
            </p:cNvPr>
            <p:cNvSpPr txBox="1"/>
            <p:nvPr/>
          </p:nvSpPr>
          <p:spPr>
            <a:xfrm>
              <a:off x="4114495" y="5326075"/>
              <a:ext cx="2253188" cy="1615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fr-FR" sz="1050" b="1" dirty="0">
                  <a:latin typeface="Helvetica" pitchFamily="2" charset="0"/>
                </a:rPr>
                <a:t>Fonction</a:t>
              </a:r>
            </a:p>
          </p:txBody>
        </p:sp>
        <p:cxnSp>
          <p:nvCxnSpPr>
            <p:cNvPr id="106" name="Connecteur droit 105">
              <a:extLst>
                <a:ext uri="{FF2B5EF4-FFF2-40B4-BE49-F238E27FC236}">
                  <a16:creationId xmlns:a16="http://schemas.microsoft.com/office/drawing/2014/main" id="{616E2C0D-C920-D11A-A4B9-E65569B32296}"/>
                </a:ext>
              </a:extLst>
            </p:cNvPr>
            <p:cNvCxnSpPr/>
            <p:nvPr/>
          </p:nvCxnSpPr>
          <p:spPr>
            <a:xfrm>
              <a:off x="4855533" y="5280025"/>
              <a:ext cx="771112" cy="0"/>
            </a:xfrm>
            <a:prstGeom prst="line">
              <a:avLst/>
            </a:prstGeom>
            <a:ln>
              <a:solidFill>
                <a:srgbClr val="02552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396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>
            <a:extLst>
              <a:ext uri="{FF2B5EF4-FFF2-40B4-BE49-F238E27FC236}">
                <a16:creationId xmlns:a16="http://schemas.microsoft.com/office/drawing/2014/main" id="{46718AC6-2948-1287-800B-430728C96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535" y="-2094"/>
            <a:ext cx="10374821" cy="597555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DBC237C-8DB3-6076-7FF3-E03D204F422D}"/>
              </a:ext>
            </a:extLst>
          </p:cNvPr>
          <p:cNvSpPr/>
          <p:nvPr/>
        </p:nvSpPr>
        <p:spPr>
          <a:xfrm>
            <a:off x="368300" y="1069340"/>
            <a:ext cx="5657684" cy="4515485"/>
          </a:xfrm>
          <a:prstGeom prst="rect">
            <a:avLst/>
          </a:prstGeom>
          <a:solidFill>
            <a:srgbClr val="005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pic>
        <p:nvPicPr>
          <p:cNvPr id="24" name="Image 23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10461BA-7A59-68BE-6C94-9207F67D2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98425"/>
            <a:ext cx="914400" cy="375510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0B895E11-2487-B409-9510-F4D96D25BC7A}"/>
              </a:ext>
            </a:extLst>
          </p:cNvPr>
          <p:cNvGrpSpPr/>
          <p:nvPr/>
        </p:nvGrpSpPr>
        <p:grpSpPr>
          <a:xfrm>
            <a:off x="3976485" y="459740"/>
            <a:ext cx="445043" cy="400685"/>
            <a:chOff x="6498673" y="493750"/>
            <a:chExt cx="445043" cy="40068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20AE876-4457-AC5C-4467-F654BB520BC5}"/>
                </a:ext>
              </a:extLst>
            </p:cNvPr>
            <p:cNvSpPr/>
            <p:nvPr/>
          </p:nvSpPr>
          <p:spPr>
            <a:xfrm>
              <a:off x="6718164" y="668882"/>
              <a:ext cx="225552" cy="225553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GN" dirty="0"/>
                <a:t> </a:t>
              </a:r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4B905E86-809A-272A-06B4-D8FBEB9809E7}"/>
                </a:ext>
              </a:extLst>
            </p:cNvPr>
            <p:cNvSpPr/>
            <p:nvPr/>
          </p:nvSpPr>
          <p:spPr>
            <a:xfrm>
              <a:off x="6498673" y="493750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324002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324002" y="324002"/>
                  </a:lnTo>
                  <a:lnTo>
                    <a:pt x="324002" y="0"/>
                  </a:lnTo>
                  <a:close/>
                </a:path>
              </a:pathLst>
            </a:custGeom>
            <a:solidFill>
              <a:srgbClr val="FFA8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8">
            <a:extLst>
              <a:ext uri="{FF2B5EF4-FFF2-40B4-BE49-F238E27FC236}">
                <a16:creationId xmlns:a16="http://schemas.microsoft.com/office/drawing/2014/main" id="{990FB233-B19D-AF71-7668-9108769905E5}"/>
              </a:ext>
            </a:extLst>
          </p:cNvPr>
          <p:cNvSpPr txBox="1">
            <a:spLocks/>
          </p:cNvSpPr>
          <p:nvPr/>
        </p:nvSpPr>
        <p:spPr>
          <a:xfrm>
            <a:off x="3721100" y="403225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/>
            <a:r>
              <a:rPr lang="fr-FR" sz="2000" dirty="0">
                <a:latin typeface="Helvetica" pitchFamily="2" charset="0"/>
              </a:rPr>
              <a:t>LE PROBLÈME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CD39945B-A75A-BFD9-6072-4A68426EC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442" y="1728874"/>
            <a:ext cx="3617658" cy="71558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rtl="0"/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Quel est le </a:t>
            </a:r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problème concret</a:t>
            </a:r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 que vous résolvez ?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EFC744C-F1F8-49A3-D651-EEEC5B81DDC6}"/>
              </a:ext>
            </a:extLst>
          </p:cNvPr>
          <p:cNvSpPr txBox="1">
            <a:spLocks/>
          </p:cNvSpPr>
          <p:nvPr/>
        </p:nvSpPr>
        <p:spPr>
          <a:xfrm>
            <a:off x="865442" y="2643274"/>
            <a:ext cx="3617658" cy="71558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rtl="0"/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Pourquoi est-il </a:t>
            </a:r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important</a:t>
            </a:r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 pour la Guinée ou l’Afrique ?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653BBDF-1F70-58B2-6E5F-F99CBC28C0A8}"/>
              </a:ext>
            </a:extLst>
          </p:cNvPr>
          <p:cNvSpPr txBox="1">
            <a:spLocks/>
          </p:cNvSpPr>
          <p:nvPr/>
        </p:nvSpPr>
        <p:spPr>
          <a:xfrm>
            <a:off x="865442" y="3538219"/>
            <a:ext cx="3617658" cy="71558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rtl="0"/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Données clés ou témoignage rapide (si possible)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28D4FF-65BB-1F97-5519-D4AC9DED87C4}"/>
              </a:ext>
            </a:extLst>
          </p:cNvPr>
          <p:cNvSpPr/>
          <p:nvPr/>
        </p:nvSpPr>
        <p:spPr>
          <a:xfrm>
            <a:off x="5549900" y="1614791"/>
            <a:ext cx="4426858" cy="34366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C466200A-3FCD-9255-35F5-26850A198CFE}"/>
              </a:ext>
            </a:extLst>
          </p:cNvPr>
          <p:cNvSpPr txBox="1">
            <a:spLocks/>
          </p:cNvSpPr>
          <p:nvPr/>
        </p:nvSpPr>
        <p:spPr>
          <a:xfrm>
            <a:off x="5934376" y="3007386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/>
            <a:r>
              <a:rPr lang="fr-FR" sz="2000" dirty="0">
                <a:latin typeface="Helvetica" pitchFamily="2" charset="0"/>
              </a:rPr>
              <a:t>Une image de votre choix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EAA0CD97-47FA-B28A-DB6F-F64C0245C5D3}"/>
              </a:ext>
            </a:extLst>
          </p:cNvPr>
          <p:cNvSpPr/>
          <p:nvPr/>
        </p:nvSpPr>
        <p:spPr>
          <a:xfrm>
            <a:off x="596900" y="1927225"/>
            <a:ext cx="76200" cy="76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BD1117C7-2AA1-757D-8611-94A2428B3BA3}"/>
              </a:ext>
            </a:extLst>
          </p:cNvPr>
          <p:cNvSpPr/>
          <p:nvPr/>
        </p:nvSpPr>
        <p:spPr>
          <a:xfrm>
            <a:off x="596900" y="2830867"/>
            <a:ext cx="76200" cy="76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3A5B3AEE-AAD2-1792-2F46-D0CE2DC219B2}"/>
              </a:ext>
            </a:extLst>
          </p:cNvPr>
          <p:cNvSpPr/>
          <p:nvPr/>
        </p:nvSpPr>
        <p:spPr>
          <a:xfrm>
            <a:off x="596900" y="3734510"/>
            <a:ext cx="76200" cy="76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0E74AD-55D4-DF2C-5035-5B53ED88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CB6B5EEF-A420-7644-2DA4-57EA6DC8F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80" y="-2094"/>
            <a:ext cx="10410756" cy="59901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B44D91-1473-7296-794E-2D1FCA090242}"/>
              </a:ext>
            </a:extLst>
          </p:cNvPr>
          <p:cNvSpPr/>
          <p:nvPr/>
        </p:nvSpPr>
        <p:spPr>
          <a:xfrm>
            <a:off x="368300" y="1069340"/>
            <a:ext cx="5657684" cy="451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pic>
        <p:nvPicPr>
          <p:cNvPr id="24" name="Image 23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ADC9EACC-2E6C-64B7-EEA9-7E603D360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98425"/>
            <a:ext cx="914400" cy="375510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6B703009-EF66-EB6F-BEA0-1A3422936F0E}"/>
              </a:ext>
            </a:extLst>
          </p:cNvPr>
          <p:cNvGrpSpPr/>
          <p:nvPr/>
        </p:nvGrpSpPr>
        <p:grpSpPr>
          <a:xfrm>
            <a:off x="3976485" y="459740"/>
            <a:ext cx="445043" cy="400685"/>
            <a:chOff x="6498673" y="493750"/>
            <a:chExt cx="445043" cy="40068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F7C228D-4E75-EE93-9C85-38473C83D9A1}"/>
                </a:ext>
              </a:extLst>
            </p:cNvPr>
            <p:cNvSpPr/>
            <p:nvPr/>
          </p:nvSpPr>
          <p:spPr>
            <a:xfrm>
              <a:off x="6718164" y="668882"/>
              <a:ext cx="225552" cy="225553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GN" dirty="0"/>
                <a:t> </a:t>
              </a:r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A32EA1C6-E20A-F988-3BE4-38FD0AF27D5C}"/>
                </a:ext>
              </a:extLst>
            </p:cNvPr>
            <p:cNvSpPr/>
            <p:nvPr/>
          </p:nvSpPr>
          <p:spPr>
            <a:xfrm>
              <a:off x="6498673" y="493750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324002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324002" y="324002"/>
                  </a:lnTo>
                  <a:lnTo>
                    <a:pt x="324002" y="0"/>
                  </a:lnTo>
                  <a:close/>
                </a:path>
              </a:pathLst>
            </a:custGeom>
            <a:solidFill>
              <a:srgbClr val="FFA8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8">
            <a:extLst>
              <a:ext uri="{FF2B5EF4-FFF2-40B4-BE49-F238E27FC236}">
                <a16:creationId xmlns:a16="http://schemas.microsoft.com/office/drawing/2014/main" id="{E11CD48B-D68C-0796-B095-367FBCFA59D7}"/>
              </a:ext>
            </a:extLst>
          </p:cNvPr>
          <p:cNvSpPr txBox="1">
            <a:spLocks/>
          </p:cNvSpPr>
          <p:nvPr/>
        </p:nvSpPr>
        <p:spPr>
          <a:xfrm>
            <a:off x="3721100" y="403225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/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LA SOLUTION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A14F1AD9-E54E-714B-7C6C-8FF61E602D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1642" y="1698625"/>
            <a:ext cx="3617658" cy="71558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rtl="0"/>
            <a:r>
              <a:rPr lang="fr-FR" sz="2000" b="0" dirty="0">
                <a:solidFill>
                  <a:schemeClr val="tx1"/>
                </a:solidFill>
                <a:latin typeface="Helvetica" pitchFamily="2" charset="0"/>
              </a:rPr>
              <a:t>Présentation </a:t>
            </a:r>
            <a:r>
              <a:rPr lang="fr-FR" sz="2000" dirty="0">
                <a:solidFill>
                  <a:schemeClr val="tx1"/>
                </a:solidFill>
                <a:latin typeface="Helvetica" pitchFamily="2" charset="0"/>
              </a:rPr>
              <a:t>simple et claire</a:t>
            </a:r>
            <a:r>
              <a:rPr lang="fr-FR" sz="2000" b="0" dirty="0">
                <a:solidFill>
                  <a:schemeClr val="tx1"/>
                </a:solidFill>
                <a:latin typeface="Helvetica" pitchFamily="2" charset="0"/>
              </a:rPr>
              <a:t> de votre solution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62EFD2D-2B1B-2559-9CE5-FEB2D8DB4ED5}"/>
              </a:ext>
            </a:extLst>
          </p:cNvPr>
          <p:cNvSpPr txBox="1">
            <a:spLocks/>
          </p:cNvSpPr>
          <p:nvPr/>
        </p:nvSpPr>
        <p:spPr>
          <a:xfrm>
            <a:off x="941642" y="2643274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rtl="0"/>
            <a:r>
              <a:rPr lang="fr-FR" sz="2000" b="0" dirty="0">
                <a:solidFill>
                  <a:schemeClr val="tx1"/>
                </a:solidFill>
                <a:latin typeface="Helvetica" pitchFamily="2" charset="0"/>
              </a:rPr>
              <a:t>En quoi est-elle </a:t>
            </a:r>
            <a:r>
              <a:rPr lang="fr-FR" sz="2000" dirty="0">
                <a:solidFill>
                  <a:schemeClr val="tx1"/>
                </a:solidFill>
                <a:latin typeface="Helvetica" pitchFamily="2" charset="0"/>
              </a:rPr>
              <a:t>innovante</a:t>
            </a:r>
            <a:r>
              <a:rPr lang="fr-FR" sz="2000" b="0" dirty="0">
                <a:solidFill>
                  <a:schemeClr val="tx1"/>
                </a:solidFill>
                <a:latin typeface="Helvetica" pitchFamily="2" charset="0"/>
              </a:rPr>
              <a:t> ?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BCF2D6C2-4569-6310-3ADC-F4717AA04CBB}"/>
              </a:ext>
            </a:extLst>
          </p:cNvPr>
          <p:cNvSpPr txBox="1">
            <a:spLocks/>
          </p:cNvSpPr>
          <p:nvPr/>
        </p:nvSpPr>
        <p:spPr>
          <a:xfrm>
            <a:off x="941642" y="3298825"/>
            <a:ext cx="3617658" cy="71558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rtl="0"/>
            <a:r>
              <a:rPr lang="fr-FR" sz="2000" b="0" dirty="0">
                <a:solidFill>
                  <a:schemeClr val="tx1"/>
                </a:solidFill>
                <a:latin typeface="Helvetica" pitchFamily="2" charset="0"/>
              </a:rPr>
              <a:t>À qui s’adresse-t-elle ? (Public cible)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F7EAC7-7FFE-204B-2CAA-6566B7F6A652}"/>
              </a:ext>
            </a:extLst>
          </p:cNvPr>
          <p:cNvSpPr/>
          <p:nvPr/>
        </p:nvSpPr>
        <p:spPr>
          <a:xfrm>
            <a:off x="5549900" y="1614791"/>
            <a:ext cx="4426858" cy="34366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A78BF65D-9FFD-7A3E-0297-EBDBD6ADB6DC}"/>
              </a:ext>
            </a:extLst>
          </p:cNvPr>
          <p:cNvSpPr txBox="1">
            <a:spLocks/>
          </p:cNvSpPr>
          <p:nvPr/>
        </p:nvSpPr>
        <p:spPr>
          <a:xfrm>
            <a:off x="5934376" y="3007386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/>
            <a:r>
              <a:rPr lang="fr-FR" sz="2000" dirty="0">
                <a:latin typeface="Helvetica" pitchFamily="2" charset="0"/>
              </a:rPr>
              <a:t>Une image de votre choix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5E713397-866C-6180-1F89-6BD39092BBD1}"/>
              </a:ext>
            </a:extLst>
          </p:cNvPr>
          <p:cNvSpPr/>
          <p:nvPr/>
        </p:nvSpPr>
        <p:spPr>
          <a:xfrm>
            <a:off x="596900" y="1927225"/>
            <a:ext cx="76200" cy="76200"/>
          </a:xfrm>
          <a:prstGeom prst="ellipse">
            <a:avLst/>
          </a:prstGeom>
          <a:solidFill>
            <a:srgbClr val="005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1DE12D2-A0BF-9BDB-6BF8-6048F3DCBD52}"/>
              </a:ext>
            </a:extLst>
          </p:cNvPr>
          <p:cNvSpPr/>
          <p:nvPr/>
        </p:nvSpPr>
        <p:spPr>
          <a:xfrm>
            <a:off x="596900" y="2830867"/>
            <a:ext cx="76200" cy="76200"/>
          </a:xfrm>
          <a:prstGeom prst="ellipse">
            <a:avLst/>
          </a:prstGeom>
          <a:solidFill>
            <a:srgbClr val="005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91B33F8-C070-7520-C4E2-026597B63B7A}"/>
              </a:ext>
            </a:extLst>
          </p:cNvPr>
          <p:cNvSpPr/>
          <p:nvPr/>
        </p:nvSpPr>
        <p:spPr>
          <a:xfrm>
            <a:off x="596900" y="3527425"/>
            <a:ext cx="76200" cy="76200"/>
          </a:xfrm>
          <a:prstGeom prst="ellipse">
            <a:avLst/>
          </a:prstGeom>
          <a:solidFill>
            <a:srgbClr val="005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</p:spTree>
    <p:extLst>
      <p:ext uri="{BB962C8B-B14F-4D97-AF65-F5344CB8AC3E}">
        <p14:creationId xmlns:p14="http://schemas.microsoft.com/office/powerpoint/2010/main" val="349915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674DF4-0F35-93FE-C682-FF4996F0C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>
            <a:extLst>
              <a:ext uri="{FF2B5EF4-FFF2-40B4-BE49-F238E27FC236}">
                <a16:creationId xmlns:a16="http://schemas.microsoft.com/office/drawing/2014/main" id="{5D512082-0C09-C1A4-3CFE-1BE5E6B11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535" y="-2094"/>
            <a:ext cx="10374821" cy="597555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68133B-792B-C297-9185-212D47F72DE8}"/>
              </a:ext>
            </a:extLst>
          </p:cNvPr>
          <p:cNvSpPr/>
          <p:nvPr/>
        </p:nvSpPr>
        <p:spPr>
          <a:xfrm>
            <a:off x="368300" y="1069340"/>
            <a:ext cx="5657684" cy="4515485"/>
          </a:xfrm>
          <a:prstGeom prst="rect">
            <a:avLst/>
          </a:prstGeom>
          <a:solidFill>
            <a:srgbClr val="005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pic>
        <p:nvPicPr>
          <p:cNvPr id="24" name="Image 23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07BC6DA4-575F-239D-958B-95EBB11A0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98425"/>
            <a:ext cx="914400" cy="375510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70B2E2B9-23DB-B24A-E577-7ADFB13521BA}"/>
              </a:ext>
            </a:extLst>
          </p:cNvPr>
          <p:cNvGrpSpPr/>
          <p:nvPr/>
        </p:nvGrpSpPr>
        <p:grpSpPr>
          <a:xfrm>
            <a:off x="3568700" y="383540"/>
            <a:ext cx="445043" cy="400685"/>
            <a:chOff x="6498673" y="493750"/>
            <a:chExt cx="445043" cy="40068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B803F6-64B1-A21A-6167-41C114AF36EE}"/>
                </a:ext>
              </a:extLst>
            </p:cNvPr>
            <p:cNvSpPr/>
            <p:nvPr/>
          </p:nvSpPr>
          <p:spPr>
            <a:xfrm>
              <a:off x="6718164" y="668882"/>
              <a:ext cx="225552" cy="225553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GN" dirty="0"/>
                <a:t> </a:t>
              </a:r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E22DF9CB-5969-AC7F-FB47-94441FE9569F}"/>
                </a:ext>
              </a:extLst>
            </p:cNvPr>
            <p:cNvSpPr/>
            <p:nvPr/>
          </p:nvSpPr>
          <p:spPr>
            <a:xfrm>
              <a:off x="6498673" y="493750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324002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324002" y="324002"/>
                  </a:lnTo>
                  <a:lnTo>
                    <a:pt x="324002" y="0"/>
                  </a:lnTo>
                  <a:close/>
                </a:path>
              </a:pathLst>
            </a:custGeom>
            <a:solidFill>
              <a:srgbClr val="FFA8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8">
            <a:extLst>
              <a:ext uri="{FF2B5EF4-FFF2-40B4-BE49-F238E27FC236}">
                <a16:creationId xmlns:a16="http://schemas.microsoft.com/office/drawing/2014/main" id="{63E845A0-92E2-28BB-B530-E20E2EA296E2}"/>
              </a:ext>
            </a:extLst>
          </p:cNvPr>
          <p:cNvSpPr txBox="1">
            <a:spLocks/>
          </p:cNvSpPr>
          <p:nvPr/>
        </p:nvSpPr>
        <p:spPr>
          <a:xfrm>
            <a:off x="3734257" y="327025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/>
            <a:r>
              <a:rPr lang="fr-FR" sz="2000" dirty="0">
                <a:latin typeface="Helvetica" pitchFamily="2" charset="0"/>
              </a:rPr>
              <a:t>IMPACT &amp; POTENTIEL</a:t>
            </a:r>
            <a:endParaRPr lang="fr-FR" sz="1400" dirty="0">
              <a:latin typeface="Helvetica" pitchFamily="2" charset="0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5AA5052D-DA8E-9E4E-8490-9FE1E70A6C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1642" y="1698625"/>
            <a:ext cx="3617658" cy="71558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rtl="0"/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Quels sont les </a:t>
            </a:r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résultats obtenus</a:t>
            </a:r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 ou attendus ?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0CB5656-053F-538C-6DE1-04B3FCE0254D}"/>
              </a:ext>
            </a:extLst>
          </p:cNvPr>
          <p:cNvSpPr txBox="1">
            <a:spLocks/>
          </p:cNvSpPr>
          <p:nvPr/>
        </p:nvSpPr>
        <p:spPr>
          <a:xfrm>
            <a:off x="941642" y="2536825"/>
            <a:ext cx="3617658" cy="71558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rtl="0"/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Quel est le </a:t>
            </a:r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potentiel d’évolution</a:t>
            </a:r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 ?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5ED322C5-B452-FBF0-9A69-FCF5C225F3FC}"/>
              </a:ext>
            </a:extLst>
          </p:cNvPr>
          <p:cNvSpPr txBox="1">
            <a:spLocks/>
          </p:cNvSpPr>
          <p:nvPr/>
        </p:nvSpPr>
        <p:spPr>
          <a:xfrm>
            <a:off x="941642" y="3339291"/>
            <a:ext cx="3617658" cy="133113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rtl="0"/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En quoi votre projet contribue à l’</a:t>
            </a:r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inclusion numérique</a:t>
            </a:r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, à l’</a:t>
            </a:r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emploi</a:t>
            </a:r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, ou à la </a:t>
            </a:r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transformation locale</a:t>
            </a:r>
            <a:r>
              <a:rPr lang="fr-FR" sz="2000" b="0" dirty="0">
                <a:solidFill>
                  <a:schemeClr val="bg1"/>
                </a:solidFill>
                <a:latin typeface="Helvetica" pitchFamily="2" charset="0"/>
              </a:rPr>
              <a:t> 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B34A04-FDF7-D537-25E0-5D42B5A80A35}"/>
              </a:ext>
            </a:extLst>
          </p:cNvPr>
          <p:cNvSpPr/>
          <p:nvPr/>
        </p:nvSpPr>
        <p:spPr>
          <a:xfrm>
            <a:off x="5549900" y="1614791"/>
            <a:ext cx="4426858" cy="34366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984F83F1-F922-4ECE-02E1-1123EDBC4F10}"/>
              </a:ext>
            </a:extLst>
          </p:cNvPr>
          <p:cNvSpPr txBox="1">
            <a:spLocks/>
          </p:cNvSpPr>
          <p:nvPr/>
        </p:nvSpPr>
        <p:spPr>
          <a:xfrm>
            <a:off x="5934376" y="3007386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/>
            <a:r>
              <a:rPr lang="fr-FR" sz="2000" dirty="0">
                <a:latin typeface="Helvetica" pitchFamily="2" charset="0"/>
              </a:rPr>
              <a:t>Une image de votre choix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C7411EB-6A44-93D0-7872-4999778EC202}"/>
              </a:ext>
            </a:extLst>
          </p:cNvPr>
          <p:cNvSpPr/>
          <p:nvPr/>
        </p:nvSpPr>
        <p:spPr>
          <a:xfrm>
            <a:off x="596900" y="1927225"/>
            <a:ext cx="76200" cy="76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AAA6B6A-58C6-8922-8BCC-1C2DA894C296}"/>
              </a:ext>
            </a:extLst>
          </p:cNvPr>
          <p:cNvSpPr/>
          <p:nvPr/>
        </p:nvSpPr>
        <p:spPr>
          <a:xfrm>
            <a:off x="596900" y="2724418"/>
            <a:ext cx="76200" cy="76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6768727-F6C8-E7FD-B597-18E5AB5AC470}"/>
              </a:ext>
            </a:extLst>
          </p:cNvPr>
          <p:cNvSpPr/>
          <p:nvPr/>
        </p:nvSpPr>
        <p:spPr>
          <a:xfrm>
            <a:off x="596900" y="3567891"/>
            <a:ext cx="76200" cy="76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</p:spTree>
    <p:extLst>
      <p:ext uri="{BB962C8B-B14F-4D97-AF65-F5344CB8AC3E}">
        <p14:creationId xmlns:p14="http://schemas.microsoft.com/office/powerpoint/2010/main" val="177042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EFDACF-657C-FA0A-4614-2626446EC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D87DBB1A-1A71-9E0C-BCB4-1418CC58F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80" y="-2094"/>
            <a:ext cx="10410756" cy="59901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E1D3865-97D5-6873-A22E-CAAD88AE81A2}"/>
              </a:ext>
            </a:extLst>
          </p:cNvPr>
          <p:cNvSpPr/>
          <p:nvPr/>
        </p:nvSpPr>
        <p:spPr>
          <a:xfrm>
            <a:off x="368300" y="1069340"/>
            <a:ext cx="5657684" cy="4515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pic>
        <p:nvPicPr>
          <p:cNvPr id="24" name="Image 23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C706B587-5CF2-4F66-1C7D-FD0CA46F01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100" y="98425"/>
            <a:ext cx="914400" cy="375510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2DF353CC-D775-2D3D-DF42-6C11BCD684C0}"/>
              </a:ext>
            </a:extLst>
          </p:cNvPr>
          <p:cNvGrpSpPr/>
          <p:nvPr/>
        </p:nvGrpSpPr>
        <p:grpSpPr>
          <a:xfrm>
            <a:off x="2578100" y="383540"/>
            <a:ext cx="445043" cy="400685"/>
            <a:chOff x="6498673" y="493750"/>
            <a:chExt cx="445043" cy="40068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73281B-38B5-EE77-74DC-0D08E03A0921}"/>
                </a:ext>
              </a:extLst>
            </p:cNvPr>
            <p:cNvSpPr/>
            <p:nvPr/>
          </p:nvSpPr>
          <p:spPr>
            <a:xfrm>
              <a:off x="6718164" y="668882"/>
              <a:ext cx="225552" cy="225553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GN" dirty="0"/>
                <a:t> </a:t>
              </a:r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31924EE1-FA82-0339-99F3-EF39278BAC7D}"/>
                </a:ext>
              </a:extLst>
            </p:cNvPr>
            <p:cNvSpPr/>
            <p:nvPr/>
          </p:nvSpPr>
          <p:spPr>
            <a:xfrm>
              <a:off x="6498673" y="493750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4" h="324485">
                  <a:moveTo>
                    <a:pt x="324002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324002" y="324002"/>
                  </a:lnTo>
                  <a:lnTo>
                    <a:pt x="324002" y="0"/>
                  </a:lnTo>
                  <a:close/>
                </a:path>
              </a:pathLst>
            </a:custGeom>
            <a:solidFill>
              <a:srgbClr val="FFA8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8">
            <a:extLst>
              <a:ext uri="{FF2B5EF4-FFF2-40B4-BE49-F238E27FC236}">
                <a16:creationId xmlns:a16="http://schemas.microsoft.com/office/drawing/2014/main" id="{E90879E9-C1B0-85C7-C0F5-C5194059902B}"/>
              </a:ext>
            </a:extLst>
          </p:cNvPr>
          <p:cNvSpPr txBox="1">
            <a:spLocks/>
          </p:cNvSpPr>
          <p:nvPr/>
        </p:nvSpPr>
        <p:spPr>
          <a:xfrm>
            <a:off x="3104243" y="327025"/>
            <a:ext cx="4426857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/>
            <a:r>
              <a:rPr lang="fr-FR" sz="2000" dirty="0">
                <a:solidFill>
                  <a:schemeClr val="bg1"/>
                </a:solidFill>
                <a:latin typeface="Helvetica" pitchFamily="2" charset="0"/>
              </a:rPr>
              <a:t>APPEL À SOUTIEN / CONCLUSION</a:t>
            </a:r>
            <a:endParaRPr lang="fr-FR" sz="105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24953C77-B7BE-19C3-B22D-5C6CA0070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1642" y="1698625"/>
            <a:ext cx="3617658" cy="1023357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rtl="0"/>
            <a:r>
              <a:rPr lang="fr-FR" sz="2000" b="0" dirty="0">
                <a:solidFill>
                  <a:schemeClr val="tx1"/>
                </a:solidFill>
                <a:latin typeface="Helvetica" pitchFamily="2" charset="0"/>
              </a:rPr>
              <a:t>Ce dont vous avez besoin : </a:t>
            </a:r>
            <a:r>
              <a:rPr lang="fr-FR" sz="2000" dirty="0">
                <a:solidFill>
                  <a:schemeClr val="tx1"/>
                </a:solidFill>
                <a:latin typeface="Helvetica" pitchFamily="2" charset="0"/>
              </a:rPr>
              <a:t>partenaires, financement, accompagnement</a:t>
            </a:r>
            <a:endParaRPr lang="fr-FR" sz="2000" b="0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D1DC2ED-7159-BAB0-BD2F-016557F6865C}"/>
              </a:ext>
            </a:extLst>
          </p:cNvPr>
          <p:cNvSpPr txBox="1">
            <a:spLocks/>
          </p:cNvSpPr>
          <p:nvPr/>
        </p:nvSpPr>
        <p:spPr>
          <a:xfrm>
            <a:off x="941642" y="2994025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rtl="0"/>
            <a:r>
              <a:rPr lang="fr-FR" sz="2000" b="0" dirty="0">
                <a:solidFill>
                  <a:schemeClr val="tx1"/>
                </a:solidFill>
                <a:latin typeface="Helvetica" pitchFamily="2" charset="0"/>
              </a:rPr>
              <a:t>Phrase finale forte et inspirante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EEA225-3756-884A-FC0A-0E9E25036AF6}"/>
              </a:ext>
            </a:extLst>
          </p:cNvPr>
          <p:cNvSpPr/>
          <p:nvPr/>
        </p:nvSpPr>
        <p:spPr>
          <a:xfrm>
            <a:off x="5549900" y="1614791"/>
            <a:ext cx="4426858" cy="34366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D942B8E0-064C-3865-532C-A38214A1B5C5}"/>
              </a:ext>
            </a:extLst>
          </p:cNvPr>
          <p:cNvSpPr txBox="1">
            <a:spLocks/>
          </p:cNvSpPr>
          <p:nvPr/>
        </p:nvSpPr>
        <p:spPr>
          <a:xfrm>
            <a:off x="5934376" y="3007386"/>
            <a:ext cx="3617658" cy="40780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>
            <a:lvl1pPr>
              <a:defRPr sz="3000" b="1" i="0">
                <a:solidFill>
                  <a:srgbClr val="00592E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 rtl="0"/>
            <a:r>
              <a:rPr lang="fr-FR" sz="2000" dirty="0">
                <a:latin typeface="Helvetica" pitchFamily="2" charset="0"/>
              </a:rPr>
              <a:t>Une image de votre choix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A906D79-73F4-0F8D-772F-D6CBEE0BF970}"/>
              </a:ext>
            </a:extLst>
          </p:cNvPr>
          <p:cNvSpPr/>
          <p:nvPr/>
        </p:nvSpPr>
        <p:spPr>
          <a:xfrm>
            <a:off x="596900" y="1927225"/>
            <a:ext cx="76200" cy="76200"/>
          </a:xfrm>
          <a:prstGeom prst="ellipse">
            <a:avLst/>
          </a:prstGeom>
          <a:solidFill>
            <a:srgbClr val="005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8DE65F8-1A0B-6386-0399-6ED7A42CDC00}"/>
              </a:ext>
            </a:extLst>
          </p:cNvPr>
          <p:cNvSpPr/>
          <p:nvPr/>
        </p:nvSpPr>
        <p:spPr>
          <a:xfrm>
            <a:off x="596900" y="3222625"/>
            <a:ext cx="76200" cy="76200"/>
          </a:xfrm>
          <a:prstGeom prst="ellipse">
            <a:avLst/>
          </a:prstGeom>
          <a:solidFill>
            <a:srgbClr val="005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GN"/>
          </a:p>
        </p:txBody>
      </p:sp>
    </p:spTree>
    <p:extLst>
      <p:ext uri="{BB962C8B-B14F-4D97-AF65-F5344CB8AC3E}">
        <p14:creationId xmlns:p14="http://schemas.microsoft.com/office/powerpoint/2010/main" val="304462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3201</TotalTime>
  <Words>170</Words>
  <Application>Microsoft Office PowerPoint</Application>
  <PresentationFormat>Personnalisé</PresentationFormat>
  <Paragraphs>38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Arial</vt:lpstr>
      <vt:lpstr>Arial MT</vt:lpstr>
      <vt:lpstr>Helvetica</vt:lpstr>
      <vt:lpstr>Office Theme</vt:lpstr>
      <vt:lpstr>NOM DE VOTRE PROJET</vt:lpstr>
      <vt:lpstr>Lieu de déploiement:</vt:lpstr>
      <vt:lpstr>Quel est le problème concret que vous résolvez ?</vt:lpstr>
      <vt:lpstr>Présentation simple et claire de votre solution</vt:lpstr>
      <vt:lpstr>Quels sont les résultats obtenus ou attendus ?</vt:lpstr>
      <vt:lpstr>Ce dont vous avez besoin : partenaires, financement, accompagnement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Template_presentation</dc:title>
  <cp:lastModifiedBy>Djènè Kaba [Chargée d'Étude RD-ANSUTEN]</cp:lastModifiedBy>
  <cp:revision>106</cp:revision>
  <dcterms:created xsi:type="dcterms:W3CDTF">2025-06-04T14:28:00Z</dcterms:created>
  <dcterms:modified xsi:type="dcterms:W3CDTF">2025-11-07T11:04:28Z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2025-06-04T00:00:00Z</vt:filetime>
  </property>
  <property fmtid="{D5CDD505-2E9C-101B-9397-08002B2CF9AE}" pid="3" name="Creator">
    <vt:lpwstr>Adobe Illustrator 29.1 (Macintosh)</vt:lpwstr>
  </property>
  <property fmtid="{D5CDD505-2E9C-101B-9397-08002B2CF9AE}" pid="4" name="LastSaved">
    <vt:filetime>2025-06-04T00:00:00Z</vt:filetime>
  </property>
  <property fmtid="{D5CDD505-2E9C-101B-9397-08002B2CF9AE}" pid="5" name="Producer">
    <vt:lpwstr>Adobe PDF library 17.00</vt:lpwstr>
  </property>
</Properties>
</file>